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ACCOUNT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新井陸王様</a:t>
            </a:r>
            <a:endParaRPr lang="en-US" sz="4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アカウント設計・企画のご提案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アカウントコンセプト / 基本企画3本 / 展開パターン6本 / 運用設計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80644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　砂川友起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本資料について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965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エンタメコンテンツで認知を獲得し、フォロワーを増やす。ブランディング型から発信型への転換。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3017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映像・動画制作のノウハウ発信は行わない。金持ち自慢に見える表現は避ける。本人に紐づく企画のみ。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提案の核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4069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アカウント名・世界観・企画をひとつのコンセプトで貫く。「なにを投稿するか」ではなく「何者であるか」から設計。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20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この後の流れ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5120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本資料のすり合わせ → 初回撮影 → まず6投稿で反応検証 → 継続判断・改善。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伸びる確率を最大化する考え方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基本セオリー：</a:t>
            </a:r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需要が大きいのに、供給が少ない領域を狙う。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029968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役に立つ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069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真似したくなる・保存したくなる要素を必ず入れる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2514600"/>
            <a:ext cx="2029968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017520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ゴールの更新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4069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発信者の目標と物語を応援できる構造にする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2514600"/>
            <a:ext cx="2029968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代わりに実行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4069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視聴者ができないことを代わりにやり、リスクを取る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78624" y="2514600"/>
            <a:ext cx="2029968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443216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3216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話したくなる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43216" y="4069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ツッコミどころと賛否を設計し、シェアを誘発する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91472" y="2514600"/>
            <a:ext cx="2029968" cy="3017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9656064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656064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普通からの逸脱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56064" y="4069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「え!?」から「なるほど」に落ちる新しさを持つ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必須の5要素 — 以降のすべての企画はこの基準で設計しています。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神になりたい陸王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神になるために、毎朝の占いに従って行動する。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「陸王」— 親から授かった、大きすぎる名前。その名に負けたくないと生きてきた39歳が、王のさらに上「神」を目指す。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ここでの神とは、偉い存在ではなく「人を苦悩から解放して、笑顔にする存在」。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だから今日も、占いのお告げに従って人を笑顔にしに行く。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なぜ「占いを実行する」なのか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市場の空白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占い系アカウントは無数にあるが、「占いを実際に実行しに行く」アカウントは存在しない。需要大 × 供給ゼロの領域。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4924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ネタが毎朝自動供給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毎朝7時、占いが今日の企画を勝手に出題してくれる。企画会議ゼロでシリーズが回り続ける。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4924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台本感のないリアル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その日の朝までネタが分からない。作り込めないからこそ、リアルな反応がそのままエンタメになる。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34924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60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社長がやるから価値が出る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617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一般人がやっても強い企画を、多忙な経営者が本気でやるギャップ。「そんな事するの!?」が生まれる。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参考：めざまし占い（毎朝7:00更新・月〜土）を起点に設計。画面利用は権利に配慮し、自作テロップで再構成します。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全投稿 共通の型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冒頭 3秒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965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当日の占い画面＋「今日の射手座の運勢は——」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770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7706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「神になりたいので、今日もこれに従います」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3575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357530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企画本編（次ページ以降の9パターン）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334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43799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43799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「やってよかった度：78 / 100」＋理由をひと言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138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5184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締め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51846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撮影者「それ、神に近づいてます？」→ 陸王さんの返しで終了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943600"/>
            <a:ext cx="1090879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9436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ストーリーズは毎朝「今日の占いこれでした。やるのはこれ」だけ予告 → リールへ誘導。毎朝見る習慣を作る。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ラッキーな人、探します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人に幸運を配る型（シリーズの本命）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アイテム・カラーを身につけた人を街で探し、「今日のあなた、俺の占い的に最強なんです」と企画説明。スタバや飯を奢って話を聞き、悩みがあれば聞く。最後にプロの技でストリートスナップを1枚撮ってプレゼント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企画イメージ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ラッキーアイテム「白いリュック」→「白いリュックの人見つけたんで、スタバ奢ってきます」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ラッキーカラー「レッド」→「全身赤の人にメシ奢るまで帰れません」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ラッキーポイント「広場」→「広場にいる人の悩み、神が聞きます」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設計メモ：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奢りが施しに見えない（占いの指示という建付け）。断られたらそれもオチになる。相手は簡易同意書＋顔出しNGはモザイク対応。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今日、神は◯色です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自分が染まる型（ビジュアルで掴む）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ラッキーカラーに社長が全力で染まる。服・ウィッグ・持ち物・行き先まで1日カラー縛り。大事な予定がある日ほど神回になる（過密なスケジュールが逆に武器）。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企画イメージ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ブラウン→「大事なMTGありますが、全身ブラウンのスポーツウェアでやり切ります」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ブラック→「緊急募集。今日この後、全身ブラックで水族館行ける人いませんか？」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ピンク→「今日はピンクの店に行きます」（→ちゃんとしたピンクの外観の店へ）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設計メモ：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第1話はこの型を推奨：「社長ってブラックしか着ないですよね」→「それじゃ神になれん。全身ブラックの神様おらんやろ」→占いを開く。カラーは毎日必ず出る＝唯一事前準備できる軸。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神の遠隔ミッション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0312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場所・物攻略型（多忙でも穴が空かない）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キーポイント（セール・ぶどうジュース・個性的な店など）を攻略する回。行ける日は現地へ、行けない日は「紹介の神」に切り替え。知人の個性的な店を想いごと紹介したり、ラッキーフードの栄養を語る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企画イメージ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「セール」→ 地名に“赤”が入る街のセールへ、全身レッドで行く（色×場所の合わせ技）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「ぶどうジュース」→ 行けない日は「神、ぶどうに詳しくなる」（39歳の健康トークへ接続）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—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「個性的な店」→「俺の友達で一番個性的な店やってるやつ、紹介します」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設計メモ：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ロケ回（高負荷）と語り回（低負荷）を占いが勝手に割り振る＝本人の稼働に波があっても続く。紹介された店主が次回ゲストになる導線＝経営者数珠繋ぎの入口。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展開パターン（1/2）— ネタ切れしない根拠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38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1位と最下位の日は、特別放送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3957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1位の日は「ラッキー項目ぜんぶやる」フルコース。最下位の日は「神、厄日をどう生き延びるか」。不定期に祭り回が自動発生し、最下位の日ほど自虐が輝く。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341985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緊急募集。神と◯◯できる人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3877056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とんでもないお告げが出た朝、ストーリーズで視聴者を当日募集。「いつか自分も呼ばれるかも」で毎朝見る習慣がつく。誰も来なければ「神、独りで水族館」もオチになる。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27448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8289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9011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神の出費、全公開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535838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占いに従った日の出費だけを夜に公開。「それ神のお金の使い方ですか？」と撮影者がツッコむ。出費が全部“人のため・占いのため”なので、自慢に一切ならないお金企画。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展開パターン（2/2）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38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占い、ガチで当たるのか月間検証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3957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毎日の「やってよかった度」を蓄積し、月末に集計回。「今月神に一番近づいた日TOP3」。日々のエンタメが検証コンテンツの資産に変わり、保存需要も取れる。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341985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社員、巻き添え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3877056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社員の星座の占いも社長が勝手に実行させる。「おまえ双子座3位やから、このオレンジのタオル持っとけ」。社員の塩対応がオチ。1回の撮影で複数本切り出せる省コスト回。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27448"/>
            <a:ext cx="10908792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8289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9011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その占い、俺が代わりに従います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535838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会食やMTGで会う経営者の占いをその場で開き、「あなたの今日のラッキー行動、俺が代わりにやっときます」。経営者数珠繋ぎの入口となり、ゲストとの相互送客が働く。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基本3本＋展開6本＝「占いに従う」ひとつのコンセプトのまま9方向に展開可能。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必須5要素との対応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4688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役に立つ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9751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同じ星座のフォロワーには毎日が実用情報。「今日これやるといいよ」で保存とフォローに直結。占い自体の視聴パイも広い。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24688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ゴールの更新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816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「神に近づけたか」を毎回問いかけ、採点が積み上がる。目標が毎日更新される無限の物語。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24688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0273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代わりに実行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657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占いに完全に従う生活は誰もやらない。全身カラー・声かけ・大量買いを社長が代行する。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24688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4398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話したくなる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44988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「それ神ちゃうやろ」のツッコミ設計。金額・採点・お告げの当たり外れ、賛否の火種が毎回ある。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85232"/>
            <a:ext cx="2468880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8523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普通からの逸脱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534009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占い系は無数でも「実行しに行く」は不在。経営者が占いに人生を委ねる構図そのものが逸脱。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運用設計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956816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占い更新を確認（月〜土）。企画チームからその日の実行案を2〜3個ご提案（〜7:30目安）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871216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スキマ時間で実行・撮影（10〜20分想定）。行けない日は「遠隔ミッション」型に切り替え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3785616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編集・投稿。理想は当日中〜翌日（鮮度が命の企画のため）。ストーリーズで翌朝の予告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検証の考え方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まず6投稿を集中投下し、反応（閲覧数・シェア・DM・フォロー転換）で継続判断。伸びた型に寄せて比率を再配分します。撮影は身軽さ優先・台本は大枠のみ（リアルさが価値のため作り込みません）。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ご確認いただきたいこと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コンセプトの温度感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215798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「神になりたい陸王」— 名前を背負ったこの世界観で行けそうか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3264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朝の運用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330098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7時の占い確認と、その日のうちの実行・撮影が現実的か（週何日ならできるか）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4407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第1話の撮影日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0" y="444398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「全身ブラックの神様はいない」導入回から開始。候補日をご相談させてください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89788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砂川友起　※本資料の企画は公開情報と打ち合わせ内容に基づくたたき台です。すり合わせのうえ確定します。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2026-08-10T05:12:57Z</dcterms:created>
  <dcterms:modified xsi:type="dcterms:W3CDTF">2026-08-10T05:12:57Z</dcterms:modified>
</cp:coreProperties>
</file>